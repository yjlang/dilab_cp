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57" autoAdjust="0"/>
    <p:restoredTop sz="93439" autoAdjust="0"/>
  </p:normalViewPr>
  <p:slideViewPr>
    <p:cSldViewPr snapToGrid="0">
      <p:cViewPr varScale="1">
        <p:scale>
          <a:sx n="103" d="100"/>
          <a:sy n="103" d="100"/>
        </p:scale>
        <p:origin x="858" y="10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8/10/relationships/authors" Target="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defRPr/>
            </a:pP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6DFA3ED-E1FC-4944-A4FB-57A390A0789E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defRPr/>
            </a:pP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6DFA3ED-E1FC-4944-A4FB-57A390A0789E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defRPr/>
            </a:pPr>
            <a:endParaRPr lang="ko-KR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6DFA3ED-E1FC-4944-A4FB-57A390A0789E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815599" y="5220593"/>
            <a:ext cx="1266699" cy="10968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773306" y="1779765"/>
            <a:ext cx="663585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3600" b="1" dirty="0"/>
              <a:t>Weekly Report Jan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2</a:t>
            </a:r>
            <a:r>
              <a:rPr lang="en-US" altLang="ko-KR" sz="3600" b="1" baseline="30000" dirty="0"/>
              <a:t>nd</a:t>
            </a:r>
            <a:r>
              <a:rPr lang="en-US" altLang="ko-KR" sz="3600" b="1" dirty="0"/>
              <a:t> , 2026</a:t>
            </a:r>
            <a:endParaRPr lang="ko-KR" altLang="en-US" sz="36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5335258" y="4194176"/>
            <a:ext cx="1511952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000" b="1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2026.01.06</a:t>
            </a: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2000" b="1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600" b="0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INC Lab</a:t>
            </a: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en-US" altLang="ko-KR" sz="1600" b="0" i="0" u="none" strike="noStrike" kern="1200" cap="none" spc="0" normalizeH="0" baseline="0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20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Hyeji Roh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2869994" y="2548532"/>
            <a:ext cx="645201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21D93-5EBD-C464-1615-0C08C5AEC2E9}"/>
              </a:ext>
            </a:extLst>
          </p:cNvPr>
          <p:cNvSpPr txBox="1"/>
          <p:nvPr/>
        </p:nvSpPr>
        <p:spPr>
          <a:xfrm>
            <a:off x="680739" y="297059"/>
            <a:ext cx="3292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400" b="1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This Week’s </a:t>
            </a:r>
            <a:r>
              <a:rPr kumimoji="0" lang="ko-KR" altLang="en-US" sz="2400" b="1" i="0" u="none" strike="noStrike" kern="1200" cap="none" spc="0" normalizeH="0" baseline="0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Progress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EF0690-1472-2EC2-6E00-7F0C9CCE2AA6}"/>
              </a:ext>
            </a:extLst>
          </p:cNvPr>
          <p:cNvSpPr txBox="1"/>
          <p:nvPr/>
        </p:nvSpPr>
        <p:spPr>
          <a:xfrm>
            <a:off x="714375" y="971698"/>
            <a:ext cx="10324207" cy="2477601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b="1" dirty="0"/>
              <a:t>1. Canopy Fuel Load Paper Translation (Kor </a:t>
            </a:r>
            <a:r>
              <a:rPr lang="ko-KR" altLang="en-US" b="1" dirty="0"/>
              <a:t>→ </a:t>
            </a:r>
            <a:r>
              <a:rPr lang="en-US" altLang="ko-KR" b="1" dirty="0"/>
              <a:t>Eng)</a:t>
            </a:r>
            <a:endParaRPr lang="en-US" altLang="ko-KR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700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ea typeface="맑은 고딕"/>
                <a:cs typeface="맑은 고딕"/>
              </a:rPr>
              <a:t>•</a:t>
            </a: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</a:t>
            </a:r>
            <a:r>
              <a:rPr lang="en-US" altLang="ko-KR" sz="1600" dirty="0"/>
              <a:t>Full translation of the canopy fuel load paper’s contents and plagiarism check using </a:t>
            </a:r>
            <a:r>
              <a:rPr lang="en-US" altLang="ko-KR" sz="1600" dirty="0" err="1"/>
              <a:t>ZeroGPT</a:t>
            </a:r>
            <a:r>
              <a:rPr lang="en-US" altLang="ko-KR" sz="1600" dirty="0">
                <a:solidFill>
                  <a:srgbClr val="000000"/>
                </a:solidFill>
                <a:ea typeface="맑은 고딕"/>
                <a:cs typeface="맑은 고딕"/>
              </a:rPr>
              <a:t> </a:t>
            </a:r>
            <a:endParaRPr lang="en-US" altLang="ko-KR" sz="700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700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  </a:t>
            </a:r>
            <a:endParaRPr lang="en-US" altLang="ko-KR" sz="1600" dirty="0">
              <a:solidFill>
                <a:srgbClr val="000000"/>
              </a:solidFill>
              <a:ea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ko-KR" b="1" dirty="0"/>
              <a:t>2. Organization of Materials Related to Tree Species Classification</a:t>
            </a:r>
            <a:endParaRPr lang="en-US" altLang="ko-KR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700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ea typeface="맑은 고딕"/>
                <a:cs typeface="맑은 고딕"/>
              </a:rPr>
              <a:t>• Organization and summary of research materials related to tree species classification</a:t>
            </a:r>
          </a:p>
          <a:p>
            <a:pPr>
              <a:spcBef>
                <a:spcPct val="0"/>
              </a:spcBef>
              <a:defRPr/>
            </a:pPr>
            <a:endParaRPr lang="en-US" altLang="ko-KR" sz="1600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ko-KR" b="1" dirty="0">
                <a:solidFill>
                  <a:srgbClr val="000000"/>
                </a:solidFill>
                <a:ea typeface="맑은 고딕"/>
              </a:rPr>
              <a:t>3</a:t>
            </a:r>
            <a:r>
              <a:rPr lang="en-US" altLang="ko-KR" b="1" dirty="0"/>
              <a:t>. Completion of the Canopy Fuel Load Paper</a:t>
            </a:r>
            <a:endParaRPr lang="en-US" altLang="ko-KR" sz="1600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7C2053-9D3C-886B-2EDD-881940FF0D79}"/>
              </a:ext>
            </a:extLst>
          </p:cNvPr>
          <p:cNvSpPr txBox="1"/>
          <p:nvPr/>
        </p:nvSpPr>
        <p:spPr>
          <a:xfrm>
            <a:off x="680739" y="297059"/>
            <a:ext cx="2746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2400" b="1" dirty="0">
                <a:solidFill>
                  <a:srgbClr val="000000"/>
                </a:solidFill>
                <a:ea typeface="맑은 고딕"/>
                <a:cs typeface="맑은 고딕"/>
              </a:rPr>
              <a:t>Next</a:t>
            </a:r>
            <a:r>
              <a:rPr lang="ko-KR" altLang="en-US" sz="2400" b="1" dirty="0">
                <a:solidFill>
                  <a:srgbClr val="000000"/>
                </a:solidFill>
                <a:ea typeface="맑은 고딕"/>
                <a:cs typeface="맑은 고딕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ea typeface="맑은 고딕"/>
                <a:cs typeface="맑은 고딕"/>
              </a:rPr>
              <a:t>Week’s</a:t>
            </a:r>
            <a:r>
              <a:rPr lang="ko-KR" altLang="en-US" sz="2400" b="1" dirty="0">
                <a:solidFill>
                  <a:srgbClr val="000000"/>
                </a:solidFill>
                <a:ea typeface="맑은 고딕"/>
                <a:cs typeface="맑은 고딕"/>
              </a:rPr>
              <a:t> </a:t>
            </a:r>
            <a:r>
              <a:rPr lang="en-US" altLang="ko-KR" sz="2400" b="1" dirty="0">
                <a:solidFill>
                  <a:srgbClr val="000000"/>
                </a:solidFill>
                <a:ea typeface="맑은 고딕"/>
                <a:cs typeface="맑은 고딕"/>
              </a:rPr>
              <a:t>Plan</a:t>
            </a:r>
            <a:endParaRPr lang="ko-KR" altLang="en-US" sz="2400" b="1" dirty="0">
              <a:solidFill>
                <a:srgbClr val="000000"/>
              </a:solidFill>
              <a:ea typeface="맑은 고딕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E01A7-BF3E-4FEB-3684-AAA65E4A66F1}"/>
              </a:ext>
            </a:extLst>
          </p:cNvPr>
          <p:cNvSpPr txBox="1"/>
          <p:nvPr/>
        </p:nvSpPr>
        <p:spPr>
          <a:xfrm>
            <a:off x="714375" y="971698"/>
            <a:ext cx="10324207" cy="267765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b="1" dirty="0"/>
              <a:t>1. Completion of the Canopy Fuel Load Paper</a:t>
            </a:r>
            <a:endParaRPr lang="en-US" altLang="ko-KR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700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  </a:t>
            </a:r>
            <a:r>
              <a:rPr lang="en-US" altLang="ko-KR" sz="1600" dirty="0">
                <a:solidFill>
                  <a:srgbClr val="000000"/>
                </a:solidFill>
                <a:ea typeface="맑은 고딕"/>
                <a:cs typeface="맑은 고딕"/>
              </a:rPr>
              <a:t>•</a:t>
            </a: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</a:t>
            </a:r>
            <a:r>
              <a:rPr lang="en-US" altLang="ko-KR" sz="1600" dirty="0"/>
              <a:t>Full translation of the canopy fuel load paper’s contents and plagiarism check using </a:t>
            </a:r>
            <a:r>
              <a:rPr lang="en-US" altLang="ko-KR" sz="1600" dirty="0" err="1"/>
              <a:t>ZeroGPT</a:t>
            </a:r>
            <a:r>
              <a:rPr lang="en-US" altLang="ko-KR" sz="1600" dirty="0">
                <a:solidFill>
                  <a:srgbClr val="000000"/>
                </a:solidFill>
                <a:ea typeface="맑은 고딕"/>
                <a:cs typeface="맑은 고딕"/>
              </a:rPr>
              <a:t> </a:t>
            </a:r>
            <a:endParaRPr lang="en-US" altLang="ko-KR" sz="700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700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ko-KR" altLang="en-US" sz="1600" dirty="0">
                <a:solidFill>
                  <a:srgbClr val="000000"/>
                </a:solidFill>
                <a:ea typeface="맑은 고딕"/>
                <a:cs typeface="맑은 고딕"/>
              </a:rPr>
              <a:t>   </a:t>
            </a:r>
            <a:endParaRPr lang="en-US" altLang="ko-KR" sz="1600" dirty="0">
              <a:solidFill>
                <a:srgbClr val="000000"/>
              </a:solidFill>
              <a:ea typeface="맑은 고딕"/>
            </a:endParaRPr>
          </a:p>
          <a:p>
            <a:pPr>
              <a:spcBef>
                <a:spcPct val="0"/>
              </a:spcBef>
              <a:defRPr/>
            </a:pPr>
            <a:r>
              <a:rPr lang="en-US" altLang="ko-KR" b="1" dirty="0"/>
              <a:t>2. Support for Tasks Related to Tree Species Classification (with.</a:t>
            </a:r>
            <a:r>
              <a:rPr lang="ko-KR" altLang="en-US" b="1" dirty="0"/>
              <a:t> </a:t>
            </a:r>
            <a:r>
              <a:rPr lang="en-US" altLang="ko-KR" b="1" dirty="0"/>
              <a:t>KAI)</a:t>
            </a:r>
          </a:p>
          <a:p>
            <a:pPr>
              <a:spcBef>
                <a:spcPct val="0"/>
              </a:spcBef>
              <a:defRPr/>
            </a:pPr>
            <a:endParaRPr lang="en-US" altLang="ko-KR" sz="1600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r>
              <a:rPr lang="en-US" altLang="ko-KR" b="1" dirty="0">
                <a:solidFill>
                  <a:srgbClr val="000000"/>
                </a:solidFill>
                <a:ea typeface="맑은 고딕"/>
              </a:rPr>
              <a:t>3</a:t>
            </a:r>
            <a:r>
              <a:rPr lang="en-US" altLang="ko-KR" b="1" dirty="0"/>
              <a:t>. Solving Algorithm Problems</a:t>
            </a: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4. Studying for the English</a:t>
            </a:r>
            <a:endParaRPr lang="en-US" altLang="ko-KR" sz="1600" b="1" dirty="0">
              <a:solidFill>
                <a:srgbClr val="000000"/>
              </a:solidFill>
              <a:ea typeface="맑은 고딕"/>
              <a:cs typeface="맑은 고딕"/>
            </a:endParaRPr>
          </a:p>
          <a:p>
            <a:pPr>
              <a:spcBef>
                <a:spcPct val="0"/>
              </a:spcBef>
              <a:defRPr/>
            </a:pPr>
            <a:endParaRPr lang="ko-KR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135</Words>
  <Application>Microsoft Office PowerPoint</Application>
  <PresentationFormat>와이드스크린</PresentationFormat>
  <Paragraphs>33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노혜지</cp:lastModifiedBy>
  <cp:revision>1279</cp:revision>
  <dcterms:created xsi:type="dcterms:W3CDTF">2024-02-27T09:44:09Z</dcterms:created>
  <dcterms:modified xsi:type="dcterms:W3CDTF">2026-07-08T01:18:56Z</dcterms:modified>
  <cp:version/>
</cp:coreProperties>
</file>